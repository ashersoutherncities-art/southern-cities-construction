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 Cities Construction LLC · NC GC License #107724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320040" cy="32004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80160" y="850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NC LISTING + BUYER AGENTS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Pre-Listing GC Audits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Your Commissions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C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playbook for using construction-side intelligence to win listings, close more deals, and stop losing equity at the negotiation table.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5120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Asher Borden  ·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 Cities Construction LLC  ·  </a:t>
            </a:r>
            <a:pPr indent="0" marL="0">
              <a:buNone/>
            </a:pPr>
            <a:r>
              <a:rPr lang="en-US" sz="16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 GC License #107724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5577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30-minute brokerage presentation  ·  Q&amp;A at the end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 Cities Construction LLC · NC GC License #107724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PROBLEM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81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deals don't die at offer.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i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die at inspection.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11247120" cy="2377440"/>
          </a:xfrm>
          <a:prstGeom prst="rect">
            <a:avLst/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291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1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equity loss during escrow from unexpected inspection items: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7947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$15,000 – $25,000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822960" y="4892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81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deal — often more on homes 15+ years old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 Cities Construction LLC · NC GC License #107724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KEEPS HAPPENING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81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structural gap, not a coincidence.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502920" cy="50292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1920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81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Inspectors can't quote repairs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88720" y="242316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inspectors are legally cautioned from giving cost ranges. So the report says "consult a professional" 47 times — and you're left to invent the budget.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474720"/>
            <a:ext cx="502920" cy="50292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88720" y="3337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81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Agents have to bridge the gap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188720" y="384048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construction intuition, the agent's repair-credit math is gut-feel. Buyers know it. Negotiations tilt the way the agent can't defend.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892040"/>
            <a:ext cx="502920" cy="50292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892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88720" y="4754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81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By inspection, leverage is gone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188720" y="525780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Earnest money is hard. Buyer has all the cards. Seller is forced to agree to a credit that often exceeds actual repair cost.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 Cities Construction LLC · NC GC License #107724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the seller knew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listing went live?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C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licensed NC GC reviews the property pre-listing. Identifies the items a buyer's inspector will flag. Prices them. Categorizes them as fix-now / fix-for-ROI / disclose-with-credit.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4846320"/>
            <a:ext cx="3703320" cy="1371600"/>
          </a:xfrm>
          <a:prstGeom prst="roundRect">
            <a:avLst>
              <a:gd name="adj" fmla="val 6667"/>
            </a:avLst>
          </a:prstGeom>
          <a:solidFill>
            <a:srgbClr val="0F1B2E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983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53492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dollar costs per item — not "consult a professional"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61688" y="4846320"/>
            <a:ext cx="3703320" cy="1371600"/>
          </a:xfrm>
          <a:prstGeom prst="roundRect">
            <a:avLst>
              <a:gd name="adj" fmla="val 6667"/>
            </a:avLst>
          </a:prstGeom>
          <a:solidFill>
            <a:srgbClr val="0F1B2E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4983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90288" y="53492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tiers · what matters vs what doesn't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66176" y="4846320"/>
            <a:ext cx="3703320" cy="1371600"/>
          </a:xfrm>
          <a:prstGeom prst="roundRect">
            <a:avLst>
              <a:gd name="adj" fmla="val 6667"/>
            </a:avLst>
          </a:prstGeom>
          <a:solidFill>
            <a:srgbClr val="0F1B2E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94776" y="4983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PRE-LISTING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94776" y="53492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before the seller does — and before the listing call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 Cities Construction LLC · NC GC License #107724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81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Pre-Listing Quick Audit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3A3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licensed NC GC reviews the property — 1 business day, $299, refundable.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5486400" cy="3200400"/>
          </a:xfrm>
          <a:prstGeom prst="roundRect">
            <a:avLst>
              <a:gd name="adj" fmla="val 3429"/>
            </a:avLst>
          </a:prstGeom>
          <a:solidFill>
            <a:srgbClr val="08111D"/>
          </a:solidFill>
          <a:ln w="12700">
            <a:solidFill>
              <a:srgbClr val="08111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0604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$299</a:t>
            </a:r>
            <a:endParaRPr lang="en-US" sz="90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Refundable as credit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2519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B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any SCC repair work over $1,000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754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cost if the seller hires SCC for repairs: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5074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00800" y="23317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1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seller gets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766560" y="2834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Fix-vs-skip-vs-disclose decision per item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766560" y="3291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Condition-adjusted price band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3749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66560" y="3749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Repair-spend ROI math per item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766560" y="4206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Loan-killer items flagged (FHA/VA)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766560" y="4663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Disclosure-critical items list (RPDS-ready)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0" y="5120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766560" y="5120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business day turnaround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 Cities Construction LLC · NC GC License #107724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3-TIER OUTPUT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1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audit categorizes findings into 3 tiers.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1828800" cy="45720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68880" y="18745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1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violations + loan-killers a buyer's inspector will flag (active leaks, double-tapped breakers, GFCI gaps, FHA/VA paint flags).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5–7 day fix guarantee when SCC handles the repairs.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1828800" cy="457200"/>
          </a:xfrm>
          <a:prstGeom prst="roundRect">
            <a:avLst>
              <a:gd name="adj" fmla="val 8000"/>
            </a:avLst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337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68880" y="32918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1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HIGH-ROI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" y="38862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fixes with positive value-lift math (cost-to-fix vs value-lift). Fresh paint, hardware, landscaping — only if the math works.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42976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Never recommend unless ROI is positive.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754880"/>
            <a:ext cx="1828800" cy="4572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754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68880" y="47091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1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DISCLOSE &amp; SKIP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57200" y="53035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items too expensive to fix pre-listing — formatted as an exact-dollar credit quote on SCC letterhead.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57150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Turns negotiation chaos into "here's the number".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 Cities Construction LLC · NC GC License #107724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REAL AUDIT LOOKS LIKE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1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Charlotte 3-bed/2-bath built 2003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3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 ceiling: $425K  ·  Condition-adjusted recommended list: $410K  ·  Hard floor: $390K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370332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1168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MANDATORY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3703320" cy="3200400"/>
          </a:xfrm>
          <a:prstGeom prst="rect">
            <a:avLst/>
          </a:prstGeom>
          <a:solidFill>
            <a:srgbClr val="F4F1EC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060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1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Double-tapped breakers — $400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1089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1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Active sink leak — $250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6118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1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Missing GFCI outlets — $600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1148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1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Peeling paint (FHA flag) — $1,200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50749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$2,450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61688" y="2011680"/>
            <a:ext cx="3703320" cy="45720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61688" y="201168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HIGH-ROI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61688" y="2468880"/>
            <a:ext cx="3703320" cy="3200400"/>
          </a:xfrm>
          <a:prstGeom prst="rect">
            <a:avLst/>
          </a:prstGeom>
          <a:solidFill>
            <a:srgbClr val="F4F1EC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44568" y="26060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1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Trim paint refresh — $1,500 → +$5K value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44568" y="31089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1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Hardware swap — $300 → +$2K value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44568" y="36118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1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Landscaping + mulch — $600 → +$2.5K value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44568" y="50749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spend: $2,400 → +$9.5K value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66176" y="2011680"/>
            <a:ext cx="370332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66176" y="201168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— DISCLOSE &amp; SKIP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66176" y="2468880"/>
            <a:ext cx="3703320" cy="3200400"/>
          </a:xfrm>
          <a:prstGeom prst="rect">
            <a:avLst/>
          </a:prstGeom>
          <a:solidFill>
            <a:srgbClr val="F4F1EC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49056" y="26060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1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Roof 18yr — $18.5K → credit $14K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449056" y="31089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1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HVAC 2008 — $11.2K → credit $9K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49056" y="36118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1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Original windows — $15K → credit $4K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449056" y="50749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total credit: $27K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 Cities Construction LLC · NC GC License #107724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 is on your client's side.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669280" cy="4389120"/>
          </a:xfrm>
          <a:prstGeom prst="roundRect">
            <a:avLst>
              <a:gd name="adj" fmla="val 2500"/>
            </a:avLst>
          </a:prstGeom>
          <a:solidFill>
            <a:srgbClr val="0F1B2E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20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Pre-Listing Audit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C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Buyer's inspector finds items at the worst moment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C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Negotiation tilts toward buyer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4747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C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Average concession: $15K–$25K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9776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C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Closing dates slip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44805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C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Seller "blames the agent"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54406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seller: $15,000+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309360" y="1783080"/>
            <a:ext cx="5669280" cy="4389120"/>
          </a:xfrm>
          <a:prstGeom prst="roundRect">
            <a:avLst>
              <a:gd name="adj" fmla="val 2500"/>
            </a:avLst>
          </a:prstGeom>
          <a:solidFill>
            <a:srgbClr val="0F1B2E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920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Pre-Listing Audit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3680" y="24688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C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Audit cost: $299 (refundable if SCC repairs)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29718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C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Mandatory items fixed pre-listing (5–7 days)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0" y="34747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C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Disclose-and-Skip items priced into the list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0" y="39776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C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Buyer's inspector finds what you already disclosed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0" y="44805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C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Negotiation anchored on YOUR document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0" y="54406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seller: $0–$3K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 Cities Construction LLC · NC GC License #107724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 IT FOR YOU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1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ways the audit protects YOUR commission.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5669280" cy="1965960"/>
          </a:xfrm>
          <a:prstGeom prst="roundRect">
            <a:avLst>
              <a:gd name="adj" fmla="val 4651"/>
            </a:avLst>
          </a:prstGeom>
          <a:solidFill>
            <a:srgbClr val="F4F1EC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148840"/>
            <a:ext cx="640080" cy="64008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54480" y="21031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081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MORE LISTINGS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54480" y="256032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into the listing presentation with a GC-backed pricing strategy. The agent without one looks unprepared.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874520"/>
            <a:ext cx="5669280" cy="1965960"/>
          </a:xfrm>
          <a:prstGeom prst="roundRect">
            <a:avLst>
              <a:gd name="adj" fmla="val 4651"/>
            </a:avLst>
          </a:prstGeom>
          <a:solidFill>
            <a:srgbClr val="F4F1EC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0" y="2148840"/>
            <a:ext cx="640080" cy="64008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406640" y="21031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081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DEALS FASTER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406640" y="256032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fixed or pre-disclosed BEFORE inspection. Less back-and-forth. Closing dates hold.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069080"/>
            <a:ext cx="5669280" cy="1965960"/>
          </a:xfrm>
          <a:prstGeom prst="roundRect">
            <a:avLst>
              <a:gd name="adj" fmla="val 4651"/>
            </a:avLst>
          </a:prstGeom>
          <a:solidFill>
            <a:srgbClr val="F4F1EC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343400"/>
            <a:ext cx="640080" cy="64008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343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554480" y="42976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081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CONCESSION CREEP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554480" y="475488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credit-quote anchors the negotiation. Buyer can't arbitrarily ask for $20K when SCC said $12K on letterhead.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09360" y="4069080"/>
            <a:ext cx="5669280" cy="1965960"/>
          </a:xfrm>
          <a:prstGeom prst="roundRect">
            <a:avLst>
              <a:gd name="adj" fmla="val 4651"/>
            </a:avLst>
          </a:prstGeom>
          <a:solidFill>
            <a:srgbClr val="F4F1EC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0" y="4343400"/>
            <a:ext cx="640080" cy="64008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4343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406640" y="42976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081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LIKE A HERO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406640" y="475488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gets a smoother listing. You become the agent who "thinks like a contractor." Referrals follow.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 Cities Construction LLC · NC GC License #107724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BIGGER DEALS — THE FLAGSHIP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GC-Grade Property Inspection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C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deal warrants a real on-site inspection + GC analysis layer.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0F1B2E"/>
          </a:solidFill>
          <a:ln w="12700">
            <a:solidFill>
              <a:srgbClr val="CACE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06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$899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40080" y="35204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C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business days  ·  statewide NC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2468880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2A1A0A"/>
          </a:solidFill>
          <a:ln w="25400">
            <a:solidFill>
              <a:srgbClr val="E07A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606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46520" y="292608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$1,199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446520" y="35204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C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24–48 hours  ·  priority scheduling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297680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🔍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57200" y="484632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inspector on-site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521208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C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visit, real photos, full standard inspection report.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61688" y="4297680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361688" y="484632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 3-tier estimate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361688" y="521208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C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/ High-ROI / Disclose &amp; Skip — with real dollar costs.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66176" y="4297680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8266176" y="484632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5–7 day fix guarantee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66176" y="521208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C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Tier 1 items when SCC handles the repairs.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 Cities Construction LLC · NC GC License #107724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MENU FOR REALTORS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1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offer your clients.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703320" cy="1280160"/>
          </a:xfrm>
          <a:prstGeom prst="rect">
            <a:avLst/>
          </a:prstGeom>
          <a:solidFill>
            <a:srgbClr val="F4F1EC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20240"/>
            <a:ext cx="91440" cy="128016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0116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81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Pre-Listing Quick Audit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23774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$299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6974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Refundable on repairs. 1 business day. Photo-based.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61688" y="1920240"/>
            <a:ext cx="3703320" cy="1280160"/>
          </a:xfrm>
          <a:prstGeom prst="rect">
            <a:avLst/>
          </a:prstGeom>
          <a:solidFill>
            <a:srgbClr val="F4F1EC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61688" y="1920240"/>
            <a:ext cx="91440" cy="128016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0288" y="20116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81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GC-Grade Property Inspection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90288" y="23774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$899 / $1,199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90288" y="26974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inspection + GC 3-tier estimate. Flagship.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66176" y="1920240"/>
            <a:ext cx="3703320" cy="1280160"/>
          </a:xfrm>
          <a:prstGeom prst="rect">
            <a:avLst/>
          </a:prstGeom>
          <a:solidFill>
            <a:srgbClr val="F4F1EC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6176" y="1920240"/>
            <a:ext cx="91440" cy="128016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94776" y="20116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81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Same-Day Quick Read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494776" y="23774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$199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94776" y="26974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inspection-report triage. 4-hour SLA.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337560"/>
            <a:ext cx="3703320" cy="1280160"/>
          </a:xfrm>
          <a:prstGeom prst="rect">
            <a:avLst/>
          </a:prstGeom>
          <a:solidFill>
            <a:srgbClr val="F4F1EC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337560"/>
            <a:ext cx="91440" cy="128016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429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81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Realtor Inspection Review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85800" y="37947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$299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" y="41148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inspection-report breakdown. 1-day turnaround.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61688" y="3337560"/>
            <a:ext cx="3703320" cy="1280160"/>
          </a:xfrm>
          <a:prstGeom prst="rect">
            <a:avLst/>
          </a:prstGeom>
          <a:solidFill>
            <a:srgbClr val="F4F1EC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61688" y="3337560"/>
            <a:ext cx="91440" cy="128016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90288" y="3429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81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Credit Letter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590288" y="37947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$349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90288" y="41148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GC-signed letter for credit negotiations.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266176" y="3337560"/>
            <a:ext cx="3703320" cy="1280160"/>
          </a:xfrm>
          <a:prstGeom prst="rect">
            <a:avLst/>
          </a:prstGeom>
          <a:solidFill>
            <a:srgbClr val="F4F1EC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66176" y="3337560"/>
            <a:ext cx="91440" cy="128016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94776" y="3429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81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Scope Letter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494776" y="37947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$349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494776" y="41148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GC-signed scope for buyer-side repair requests.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4754880"/>
            <a:ext cx="3703320" cy="1280160"/>
          </a:xfrm>
          <a:prstGeom prst="rect">
            <a:avLst/>
          </a:prstGeom>
          <a:solidFill>
            <a:srgbClr val="F4F1EC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4754880"/>
            <a:ext cx="91440" cy="128016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48463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81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Appraisal Response Letter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685800" y="5212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$449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85800" y="55321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 rebuttal to appraiser condition findings.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361688" y="4754880"/>
            <a:ext cx="3703320" cy="1280160"/>
          </a:xfrm>
          <a:prstGeom prst="rect">
            <a:avLst/>
          </a:prstGeom>
          <a:solidFill>
            <a:srgbClr val="F4F1EC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361688" y="4754880"/>
            <a:ext cx="91440" cy="128016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90288" y="48463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81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/ Listing Package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4590288" y="5212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$1,999 / $2,299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590288" y="55321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Full-coverage transaction package per side.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266176" y="4754880"/>
            <a:ext cx="3703320" cy="1280160"/>
          </a:xfrm>
          <a:prstGeom prst="rect">
            <a:avLst/>
          </a:prstGeom>
          <a:solidFill>
            <a:srgbClr val="F4F1EC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266176" y="4754880"/>
            <a:ext cx="91440" cy="128016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494776" y="48463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81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/ Team / Brokerage subscriptions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8494776" y="5212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$249/mo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8494776" y="55321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capacity for active agents.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 Cities Construction LLC · NC GC License #107724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LISTING APPOINTMENT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1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talk about it with sellers.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2286000"/>
          </a:xfrm>
          <a:prstGeom prst="roundRect">
            <a:avLst>
              <a:gd name="adj" fmla="val 4000"/>
            </a:avLst>
          </a:prstGeom>
          <a:solidFill>
            <a:srgbClr val="F4F1EC"/>
          </a:solidFill>
          <a:ln w="19050">
            <a:solidFill>
              <a:srgbClr val="E07A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81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"Before we go live, I want to send a licensed General Contractor through the property — pre-listing. He'll tell us exactly what to fix, what to skip, and what to disclose. It's $299 and the seller gets it back if we hire them for any repairs.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81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it, we're flying blind into the buyer's inspection. With it, we're anchored on real numbers when negotiation starts. Most of my sellers save $15K–$25K at the closing table from doing this."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4434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does: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484632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D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Positions YOU as the agent with a system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309360" y="484632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D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Anchors the seller to specific dollar savings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53492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D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Reframes the $299 from "cost" to "deductible if you hire SCC"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309360" y="53492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D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Creates urgency: "before we go live"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 Cities Construction LLC · NC GC License #107724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BUYER-SIDE OPPORTUNITIES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1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offer buyer clients.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703320" cy="4114800"/>
          </a:xfrm>
          <a:prstGeom prst="rect">
            <a:avLst/>
          </a:prstGeom>
          <a:solidFill>
            <a:srgbClr val="F4F1EC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28800"/>
            <a:ext cx="3703320" cy="365760"/>
          </a:xfrm>
          <a:prstGeom prst="rect">
            <a:avLst/>
          </a:prstGeom>
          <a:solidFill>
            <a:srgbClr val="08111D"/>
          </a:solidFill>
          <a:ln w="12700">
            <a:solidFill>
              <a:srgbClr val="08111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7452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INSPECTION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1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Realtor Inspection Review ($299)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3337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""Let's send the report to my construction partner. He'll tell us which items actually matter and what they'll cost. We'll know in 1 business day.""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61688" y="1828800"/>
            <a:ext cx="3703320" cy="4114800"/>
          </a:xfrm>
          <a:prstGeom prst="rect">
            <a:avLst/>
          </a:prstGeom>
          <a:solidFill>
            <a:srgbClr val="F4F1EC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61688" y="1828800"/>
            <a:ext cx="3703320" cy="365760"/>
          </a:xfrm>
          <a:prstGeom prst="rect">
            <a:avLst/>
          </a:prstGeom>
          <a:solidFill>
            <a:srgbClr val="08111D"/>
          </a:solidFill>
          <a:ln w="12700">
            <a:solidFill>
              <a:srgbClr val="0811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44568" y="187452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REPAIR REQUEST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44568" y="233172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1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Scope Letter ($349)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44568" y="2880360"/>
            <a:ext cx="3337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""I'm going to have my GC put the repair request on his letterhead. The seller will see real numbers — they can't lowball us.""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66176" y="1828800"/>
            <a:ext cx="3703320" cy="4114800"/>
          </a:xfrm>
          <a:prstGeom prst="rect">
            <a:avLst/>
          </a:prstGeom>
          <a:solidFill>
            <a:srgbClr val="F4F1EC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6176" y="1828800"/>
            <a:ext cx="3703320" cy="365760"/>
          </a:xfrm>
          <a:prstGeom prst="rect">
            <a:avLst/>
          </a:prstGeom>
          <a:solidFill>
            <a:srgbClr val="08111D"/>
          </a:solidFill>
          <a:ln w="12700">
            <a:solidFill>
              <a:srgbClr val="08111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49056" y="187452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WALKTHROUGH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49056" y="233172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1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Verification Visit ($249)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49056" y="2880360"/>
            <a:ext cx="3337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""Before we close, let's have someone licensed verify the seller actually did the work. $249 to know we're not inheriting a botched repair.""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 Cities Construction LLC · NC GC License #107724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CO-BRANDED MARKETING ASSETS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YOU look like the agent with a system.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5669280" cy="1874520"/>
          </a:xfrm>
          <a:prstGeom prst="roundRect">
            <a:avLst>
              <a:gd name="adj" fmla="val 4878"/>
            </a:avLst>
          </a:prstGeom>
          <a:solidFill>
            <a:srgbClr val="0F1B2E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116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Open-House Counter Flyer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5120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C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"Pre-Inspected &amp; Repair-Costed by Southern Cities Construction" — co-branded with your name + brokerage logo. Drop on the kitchen island.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5669280" cy="1874520"/>
          </a:xfrm>
          <a:prstGeom prst="roundRect">
            <a:avLst>
              <a:gd name="adj" fmla="val 4878"/>
            </a:avLst>
          </a:prstGeom>
          <a:solidFill>
            <a:srgbClr val="0F1B2E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0116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Confidence Sheet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2514600"/>
            <a:ext cx="5120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C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PDF for MLS / buyer-agent packets highlighting construction strengths. $99 standalone or free with Pre-Listing Audit.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5669280" cy="1874520"/>
          </a:xfrm>
          <a:prstGeom prst="roundRect">
            <a:avLst>
              <a:gd name="adj" fmla="val 4878"/>
            </a:avLst>
          </a:prstGeom>
          <a:solidFill>
            <a:srgbClr val="0F1B2E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1148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Agent-Facing Email Template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4617720"/>
            <a:ext cx="5120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C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I send every seller for a pre-listing GC audit" — copy-paste-ready email you send to your buyer agents during dual representation.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3931920"/>
            <a:ext cx="5669280" cy="1874520"/>
          </a:xfrm>
          <a:prstGeom prst="roundRect">
            <a:avLst>
              <a:gd name="adj" fmla="val 4878"/>
            </a:avLst>
          </a:prstGeom>
          <a:solidFill>
            <a:srgbClr val="0F1B2E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41148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Listing-Presentation Slide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83680" y="4617720"/>
            <a:ext cx="5120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C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slide for YOUR listing deck explaining the SCC audit step. Builds your authority during the win-the-listing conversation.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assets free. Email Asher to request your co-branded set.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 Cities Construction LLC · NC GC License #107724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SUBSCRIPTION OPTION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1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agents running 4+ deals per month.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A3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response capacity at predictable cost — sized to your actual deal flow.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3703320" cy="3840480"/>
          </a:xfrm>
          <a:prstGeom prst="roundRect">
            <a:avLst>
              <a:gd name="adj" fmla="val 2963"/>
            </a:avLst>
          </a:prstGeom>
          <a:solidFill>
            <a:srgbClr val="F4F1EC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7744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agents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154680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1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$249/mo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40080" y="384048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2 inspection reviews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429768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 pricing-direction question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475488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24-hour response SLA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521208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Bank unused reviews up to 2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61688" y="2194560"/>
            <a:ext cx="3703320" cy="3840480"/>
          </a:xfrm>
          <a:prstGeom prst="roundRect">
            <a:avLst>
              <a:gd name="adj" fmla="val 2963"/>
            </a:avLst>
          </a:prstGeom>
          <a:solidFill>
            <a:srgbClr val="08111D"/>
          </a:solidFill>
          <a:ln w="25400">
            <a:solidFill>
              <a:srgbClr val="E07A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4568" y="237744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44568" y="274320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C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teams · MOST COMMON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44568" y="3154680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$649/mo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544568" y="384048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C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4 inspection / listing reviews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44568" y="429768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C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2 pricing-direction questions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44568" y="475488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C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Same-day triage on urgent items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44568" y="521208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C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Shared team access (3–10 agents)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266176" y="2194560"/>
            <a:ext cx="3703320" cy="3840480"/>
          </a:xfrm>
          <a:prstGeom prst="roundRect">
            <a:avLst>
              <a:gd name="adj" fmla="val 2963"/>
            </a:avLst>
          </a:prstGeom>
          <a:solidFill>
            <a:srgbClr val="F4F1EC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49056" y="237744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BROKERAGE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49056" y="274320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Brokerages (10+ agents)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49056" y="3154680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1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$2,499/mo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8449056" y="384048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Unlimited reviews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449056" y="429768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Dedicated SCC contact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449056" y="475488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4-hour urgent SLA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449056" y="521208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D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Agency-wide access · quarterly QBR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 Cities Construction LLC · NC GC License #107724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start working with SCC today.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777240" cy="77724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202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508760" y="187452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on your next listing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508760" y="233172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C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seller through a Pre-Listing Quick Audit ($299, refundable). See the deliverable yourself before recommending broadly.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508760" y="283464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Order at southerncitiesconstruction.com/services/realtors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246120"/>
            <a:ext cx="777240" cy="77724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2461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1508760" y="320040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your co-branded materials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508760" y="365760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C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asher@southerncitiesconstruction.com — we'll send a co-branded open-house flyer + listing-presentation slide for free.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508760" y="416052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 purchase required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572000"/>
            <a:ext cx="777240" cy="777240"/>
          </a:xfrm>
          <a:prstGeom prst="ellipse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5720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1508760" y="452628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 team training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508760" y="498348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C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this presentation back to your full brokerage. Free 45-minute on-site or Zoom training. We bring the lunch.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508760" y="548640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Schedule at southerncitiesconstruction.com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A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 Cities Construction LLC · NC GC License #107724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talk.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3657600"/>
            <a:ext cx="11247120" cy="2377440"/>
          </a:xfrm>
          <a:prstGeom prst="roundRect">
            <a:avLst>
              <a:gd name="adj" fmla="val 4615"/>
            </a:avLst>
          </a:prstGeom>
          <a:solidFill>
            <a:srgbClr val="0F1B2E"/>
          </a:solidFill>
          <a:ln w="19050">
            <a:solidFill>
              <a:srgbClr val="E07A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8404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ASHER BORDEN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42976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CE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· Southern Cities Construction LLC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9377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0" y="493776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(980) 473-7249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53035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0" y="5303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asher@southerncitiesconstruction.com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56692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6692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southerncitiesconstruction.com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Pre-Listing GC Audits Protect Your Commissions</dc:title>
  <dc:subject>PptxGenJS Presentation</dc:subject>
  <dc:creator>Southern Cities Construction LLC · NC GC #107724</dc:creator>
  <cp:lastModifiedBy>Southern Cities Construction LLC · NC GC #107724</cp:lastModifiedBy>
  <cp:revision>1</cp:revision>
  <dcterms:created xsi:type="dcterms:W3CDTF">2026-05-18T16:44:44Z</dcterms:created>
  <dcterms:modified xsi:type="dcterms:W3CDTF">2026-05-18T16:44:44Z</dcterms:modified>
</cp:coreProperties>
</file>